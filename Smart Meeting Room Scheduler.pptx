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298" y="1140541"/>
            <a:ext cx="10125702" cy="5319251"/>
          </a:xfrm>
        </p:spPr>
        <p:txBody>
          <a:bodyPr anchor="ctr"/>
          <a:lstStyle/>
          <a:p>
            <a:r>
              <a:rPr lang="en-IN" sz="5400" dirty="0"/>
              <a:t>Smart Meeting Room Scheduler</a:t>
            </a:r>
            <a:br>
              <a:rPr lang="en-IN" dirty="0"/>
            </a:br>
            <a:br>
              <a:rPr lang="en-US" sz="3600" dirty="0">
                <a:latin typeface="+mn-lt"/>
              </a:rPr>
            </a:br>
            <a:br>
              <a:rPr lang="en-US" sz="3600" dirty="0">
                <a:latin typeface="+mn-lt"/>
              </a:rPr>
            </a:br>
            <a:r>
              <a:rPr lang="en-US" sz="3600" dirty="0"/>
              <a:t>Implementation of the Activity Selection Problem using Greedy Strategy</a:t>
            </a:r>
            <a:br>
              <a:rPr lang="en-US" sz="3600" dirty="0"/>
            </a:br>
            <a:br>
              <a:rPr lang="en-US" sz="3600" dirty="0">
                <a:latin typeface="+mn-lt"/>
              </a:rPr>
            </a:br>
            <a:r>
              <a:rPr lang="en-US" sz="3200" b="1" dirty="0">
                <a:latin typeface="+mn-lt"/>
              </a:rPr>
              <a:t>Course</a:t>
            </a:r>
            <a:r>
              <a:rPr lang="en-US" sz="3200" dirty="0">
                <a:latin typeface="+mn-lt"/>
              </a:rPr>
              <a:t>: Data And Analysis Algorithms(DAA)</a:t>
            </a:r>
            <a:br>
              <a:rPr lang="en-US" sz="3200" dirty="0">
                <a:latin typeface="+mn-lt"/>
              </a:rPr>
            </a:br>
            <a:r>
              <a:rPr lang="en-US" sz="3200" b="1" dirty="0">
                <a:latin typeface="+mn-lt"/>
              </a:rPr>
              <a:t>Team Members</a:t>
            </a:r>
            <a:r>
              <a:rPr lang="en-US" sz="3200" dirty="0">
                <a:latin typeface="+mn-lt"/>
              </a:rPr>
              <a:t>: Swati Jayaram Kotary</a:t>
            </a:r>
            <a:r>
              <a:rPr lang="en-IN" sz="3200" dirty="0">
                <a:latin typeface="+mn-lt"/>
              </a:rPr>
              <a:t> </a:t>
            </a:r>
            <a:br>
              <a:rPr lang="en-IN" sz="3200" dirty="0">
                <a:latin typeface="+mn-lt"/>
              </a:rPr>
            </a:br>
            <a:r>
              <a:rPr lang="en-IN" sz="3200" dirty="0">
                <a:latin typeface="+mn-lt"/>
              </a:rPr>
              <a:t>                        </a:t>
            </a:r>
            <a:r>
              <a:rPr lang="en-IN" sz="3200" dirty="0" err="1">
                <a:latin typeface="+mn-lt"/>
              </a:rPr>
              <a:t>Ramanpreeth</a:t>
            </a:r>
            <a:r>
              <a:rPr lang="en-IN" sz="3200" dirty="0">
                <a:latin typeface="+mn-lt"/>
              </a:rPr>
              <a:t> Kaur M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9" y="-176980"/>
            <a:ext cx="7000568" cy="1828800"/>
          </a:xfrm>
        </p:spPr>
        <p:txBody>
          <a:bodyPr/>
          <a:lstStyle/>
          <a:p>
            <a:r>
              <a:rPr lang="en-IN" sz="4400" dirty="0"/>
              <a:t>Problem Definition</a:t>
            </a:r>
            <a:endParaRPr lang="en-US" sz="44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2BDBB08-D286-5B08-0768-1E0D1D2EA3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54395" y="1891445"/>
            <a:ext cx="9008806" cy="478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Scenario: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single shared resource (Meeting Room) and a list of n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Conflict: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Meetings have different start times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</a:t>
            </a:r>
            <a:r>
              <a:rPr lang="en-US" altLang="en-US" sz="2800" cap="none" dirty="0" err="1">
                <a:latin typeface="Google Sans Text"/>
              </a:rPr>
              <a:t>_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and finish times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f_i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 Multiple meetings overlap.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Goal: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schedule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maximum number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of non-overlapping meetings.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Constraint: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Only one meeting can occur at any given 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750" y="8937523"/>
            <a:ext cx="10186219" cy="570270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8B8395-EB9C-8441-CE4F-7FF1E72DF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05" y="880957"/>
            <a:ext cx="995024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Method: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Greedy Algorithm.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greedy algorithm makes the locally optimal choice at each stage with the intent of finding a global optimum.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Greedy Choice: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this specific problem, the "Greedy Choice" is selecting the activity that finishes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earliest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earliest finish?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leaves the most remaining time for other activities to be scheduled.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0" y="157316"/>
            <a:ext cx="5449824" cy="3271684"/>
          </a:xfrm>
        </p:spPr>
        <p:txBody>
          <a:bodyPr anchor="b"/>
          <a:lstStyle/>
          <a:p>
            <a:r>
              <a:rPr lang="en-US" dirty="0"/>
              <a:t>    ALGORITHM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827204" y="766916"/>
            <a:ext cx="5449824" cy="9409471"/>
          </a:xfrm>
        </p:spPr>
        <p:txBody>
          <a:bodyPr/>
          <a:lstStyle/>
          <a:p>
            <a:r>
              <a:rPr lang="en-IN" sz="1800" b="1" dirty="0"/>
              <a:t>Input:</a:t>
            </a:r>
            <a:r>
              <a:rPr lang="en-IN" sz="1800" dirty="0"/>
              <a:t> * </a:t>
            </a:r>
            <a:r>
              <a:rPr lang="en-IN" sz="1800" dirty="0">
                <a:latin typeface="Bahnschrift SemiBold" panose="020B0502040204020203" pitchFamily="34" charset="0"/>
              </a:rPr>
              <a:t>A set of start times S = {s1, s2, ..., </a:t>
            </a:r>
            <a:r>
              <a:rPr lang="en-IN" sz="1800" dirty="0" err="1">
                <a:latin typeface="Bahnschrift SemiBold" panose="020B0502040204020203" pitchFamily="34" charset="0"/>
              </a:rPr>
              <a:t>sn</a:t>
            </a:r>
            <a:r>
              <a:rPr lang="en-IN" sz="1800" dirty="0">
                <a:latin typeface="Bahnschrift SemiBold" panose="020B0502040204020203" pitchFamily="34" charset="0"/>
              </a:rPr>
              <a:t>}</a:t>
            </a:r>
          </a:p>
          <a:p>
            <a:pPr lvl="0"/>
            <a:r>
              <a:rPr lang="en-IN" sz="1800" dirty="0">
                <a:latin typeface="Bahnschrift SemiBold" panose="020B0502040204020203" pitchFamily="34" charset="0"/>
              </a:rPr>
              <a:t>A set of finish times F = {f1, f2, ..., </a:t>
            </a:r>
            <a:r>
              <a:rPr lang="en-IN" sz="1800" dirty="0" err="1">
                <a:latin typeface="Bahnschrift SemiBold" panose="020B0502040204020203" pitchFamily="34" charset="0"/>
              </a:rPr>
              <a:t>fn</a:t>
            </a:r>
            <a:r>
              <a:rPr lang="en-IN" sz="1800" dirty="0">
                <a:latin typeface="Bahnschrift SemiBold" panose="020B0502040204020203" pitchFamily="34" charset="0"/>
              </a:rPr>
              <a:t>} already sorted such that f1 &lt;= f2 &lt;=... &lt;= </a:t>
            </a:r>
            <a:r>
              <a:rPr lang="en-IN" sz="1800" dirty="0" err="1">
                <a:latin typeface="Bahnschrift SemiBold" panose="020B0502040204020203" pitchFamily="34" charset="0"/>
              </a:rPr>
              <a:t>f_n</a:t>
            </a:r>
            <a:r>
              <a:rPr lang="en-IN" sz="1800" dirty="0">
                <a:latin typeface="Bahnschrift SemiBold" panose="020B0502040204020203" pitchFamily="34" charset="0"/>
              </a:rPr>
              <a:t>.</a:t>
            </a:r>
          </a:p>
          <a:p>
            <a:r>
              <a:rPr lang="en-IN" sz="1800" dirty="0">
                <a:latin typeface="Bahnschrift SemiBold" panose="020B0502040204020203" pitchFamily="34" charset="0"/>
              </a:rPr>
              <a:t>GREEDY-ACTIVITY-SELECTOR(S, F)</a:t>
            </a:r>
          </a:p>
          <a:p>
            <a:r>
              <a:rPr lang="en-IN" sz="1800" dirty="0">
                <a:latin typeface="Bahnschrift SemiBold" panose="020B0502040204020203" pitchFamily="34" charset="0"/>
              </a:rPr>
              <a:t>1.  n = </a:t>
            </a:r>
            <a:r>
              <a:rPr lang="en-IN" sz="1800" dirty="0" err="1">
                <a:latin typeface="Bahnschrift SemiBold" panose="020B0502040204020203" pitchFamily="34" charset="0"/>
              </a:rPr>
              <a:t>S.length</a:t>
            </a:r>
            <a:endParaRPr lang="en-IN" sz="1800" dirty="0">
              <a:latin typeface="Bahnschrift SemiBold" panose="020B0502040204020203" pitchFamily="34" charset="0"/>
            </a:endParaRPr>
          </a:p>
          <a:p>
            <a:r>
              <a:rPr lang="en-IN" sz="1800" dirty="0">
                <a:latin typeface="Bahnschrift SemiBold" panose="020B0502040204020203" pitchFamily="34" charset="0"/>
              </a:rPr>
              <a:t>2.  A = {a1}                 // Select the first activity</a:t>
            </a:r>
          </a:p>
          <a:p>
            <a:r>
              <a:rPr lang="en-IN" sz="1800" dirty="0">
                <a:latin typeface="Bahnschrift SemiBold" panose="020B0502040204020203" pitchFamily="34" charset="0"/>
              </a:rPr>
              <a:t>3.  k = 1                    // Index of the last selected activity</a:t>
            </a:r>
          </a:p>
          <a:p>
            <a:r>
              <a:rPr lang="en-IN" sz="1800" dirty="0">
                <a:latin typeface="Bahnschrift SemiBold" panose="020B0502040204020203" pitchFamily="34" charset="0"/>
              </a:rPr>
              <a:t>4.  for j = 2 to n:          // Look at every other activity</a:t>
            </a:r>
          </a:p>
          <a:p>
            <a:r>
              <a:rPr lang="en-IN" sz="1800" dirty="0">
                <a:latin typeface="Bahnschrift SemiBold" panose="020B0502040204020203" pitchFamily="34" charset="0"/>
              </a:rPr>
              <a:t>5.      if s[j] ≥ f[k]:      // If start time is after/at finish time of last activity</a:t>
            </a:r>
          </a:p>
          <a:p>
            <a:r>
              <a:rPr lang="en-IN" sz="1800" dirty="0">
                <a:latin typeface="Bahnschrift SemiBold" panose="020B0502040204020203" pitchFamily="34" charset="0"/>
              </a:rPr>
              <a:t>6.          A = A ∪ {</a:t>
            </a:r>
            <a:r>
              <a:rPr lang="en-IN" sz="1800" dirty="0" err="1">
                <a:latin typeface="Bahnschrift SemiBold" panose="020B0502040204020203" pitchFamily="34" charset="0"/>
              </a:rPr>
              <a:t>aj</a:t>
            </a:r>
            <a:r>
              <a:rPr lang="en-IN" sz="1800" dirty="0">
                <a:latin typeface="Bahnschrift SemiBold" panose="020B0502040204020203" pitchFamily="34" charset="0"/>
              </a:rPr>
              <a:t>}    // Add activity to the selected set</a:t>
            </a:r>
          </a:p>
          <a:p>
            <a:r>
              <a:rPr lang="en-IN" sz="1800" dirty="0">
                <a:latin typeface="Bahnschrift SemiBold" panose="020B0502040204020203" pitchFamily="34" charset="0"/>
              </a:rPr>
              <a:t>7.          k = j            // Update the index of the last selected activity</a:t>
            </a:r>
          </a:p>
          <a:p>
            <a:r>
              <a:rPr lang="en-IN" sz="1800" dirty="0">
                <a:latin typeface="Bahnschrift SemiBold" panose="020B0502040204020203" pitchFamily="34" charset="0"/>
              </a:rPr>
              <a:t>8.  return 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3794"/>
            <a:ext cx="7534656" cy="922720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b="1" dirty="0">
                <a:latin typeface="Google Sans Text"/>
              </a:rPr>
              <a:t>Sorting Logic: </a:t>
            </a:r>
            <a:r>
              <a:rPr lang="en-US" altLang="en-US" sz="4400" b="1" dirty="0" err="1">
                <a:latin typeface="Google Sans Text"/>
              </a:rPr>
              <a:t>Timsort</a:t>
            </a:r>
            <a:endParaRPr lang="en-US" altLang="en-US" sz="4400" b="1" dirty="0">
              <a:latin typeface="Google San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126143-AD37-EC3D-9A18-AC6B73575D00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914400" y="1862778"/>
            <a:ext cx="7895303" cy="370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Technique: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JavaScript’s .sort() method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Timsort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Characteristics: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 hybrid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Merge Sort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Insertion Sort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Stable Sort: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Maintains the relative order of items with identical finish times.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Why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Timsort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?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It is highly optimized for real-world data and provides the necessary O(n log n)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6310"/>
            <a:ext cx="10360152" cy="816077"/>
          </a:xfrm>
        </p:spPr>
        <p:txBody>
          <a:bodyPr anchor="b"/>
          <a:lstStyle/>
          <a:p>
            <a:pPr lvl="0" algn="l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latin typeface="Google Sans Text"/>
              </a:rPr>
              <a:t>Complexity </a:t>
            </a:r>
            <a:r>
              <a:rPr lang="en-US" altLang="en-US" sz="4400" b="1" dirty="0">
                <a:latin typeface="Google Sans Text"/>
              </a:rPr>
              <a:t>Analysis</a:t>
            </a:r>
            <a:endParaRPr lang="en-US" altLang="en-US" sz="4400" b="1" dirty="0">
              <a:latin typeface="Google Sa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DD0F-07E7-6BF2-ADE8-382FFD72458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3182335" y="1167331"/>
            <a:ext cx="5824281" cy="475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Time Complexity: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Sorting: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O(n log n)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Selection Scan: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O(n)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Total: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O(n log n)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Space Complexity: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O(n)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Used to store the array of meeting objects and the selected/rejected 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dirty="0"/>
              <a:t>Real-World Applications</a:t>
            </a:r>
            <a:br>
              <a:rPr lang="en-IN" b="1" dirty="0"/>
            </a:b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51587" y="1828800"/>
            <a:ext cx="6735096" cy="3877055"/>
          </a:xfrm>
        </p:spPr>
        <p:txBody>
          <a:bodyPr>
            <a:normAutofit fontScale="77500" lnSpcReduction="20000"/>
          </a:bodyPr>
          <a:lstStyle/>
          <a:p>
            <a:r>
              <a:rPr lang="en-IN" sz="3500" b="1" dirty="0"/>
              <a:t>Telecom:</a:t>
            </a:r>
            <a:r>
              <a:rPr lang="en-IN" sz="3500" dirty="0"/>
              <a:t> Allocating bandwidth for data packets.</a:t>
            </a:r>
          </a:p>
          <a:p>
            <a:endParaRPr lang="en-IN" sz="3500" dirty="0"/>
          </a:p>
          <a:p>
            <a:r>
              <a:rPr lang="en-IN" sz="3500" b="1" dirty="0"/>
              <a:t>Manufacturing:</a:t>
            </a:r>
            <a:r>
              <a:rPr lang="en-IN" sz="3500" dirty="0"/>
              <a:t> Scheduling tasks on a single machine to maximize throughput.</a:t>
            </a:r>
          </a:p>
          <a:p>
            <a:endParaRPr lang="en-IN" sz="3500" dirty="0"/>
          </a:p>
          <a:p>
            <a:r>
              <a:rPr lang="en-IN" sz="3500" b="1" dirty="0"/>
              <a:t>OS Scheduling:</a:t>
            </a:r>
            <a:r>
              <a:rPr lang="en-IN" sz="3500" dirty="0"/>
              <a:t> Managing non-</a:t>
            </a:r>
            <a:r>
              <a:rPr lang="en-IN" sz="3500" dirty="0" err="1"/>
              <a:t>preemptive</a:t>
            </a:r>
            <a:r>
              <a:rPr lang="en-IN" sz="3500" dirty="0"/>
              <a:t> CPU tasks.</a:t>
            </a:r>
          </a:p>
          <a:p>
            <a:endParaRPr lang="en-IN" sz="3500" dirty="0"/>
          </a:p>
          <a:p>
            <a:r>
              <a:rPr lang="en-IN" sz="3500" b="1" dirty="0"/>
              <a:t>Logistics:</a:t>
            </a:r>
            <a:r>
              <a:rPr lang="en-IN" sz="3500" dirty="0"/>
              <a:t> Scheduling loading dock times for delivery trucks.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{76753C85-59E4-4205-9941-1B7663986BED}TF1ed9553b-00c4-4092-846a-c8f7f2908f3beecd942f_win32-8e33096c3cfc</Template>
  <TotalTime>32</TotalTime>
  <Words>496</Words>
  <Application>Microsoft Office PowerPoint</Application>
  <PresentationFormat>Widescreen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Bahnschrift SemiBold</vt:lpstr>
      <vt:lpstr>Calibri</vt:lpstr>
      <vt:lpstr>Courier New</vt:lpstr>
      <vt:lpstr>Gill Sans Nova Light</vt:lpstr>
      <vt:lpstr>Google Sans</vt:lpstr>
      <vt:lpstr>Google Sans Text</vt:lpstr>
      <vt:lpstr>Sagona Book</vt:lpstr>
      <vt:lpstr>Custom</vt:lpstr>
      <vt:lpstr>Smart Meeting Room Scheduler   Implementation of the Activity Selection Problem using Greedy Strategy  Course: Data And Analysis Algorithms(DAA) Team Members: Swati Jayaram Kotary                          Ramanpreeth Kaur M  </vt:lpstr>
      <vt:lpstr>Problem Definition</vt:lpstr>
      <vt:lpstr>PowerPoint Presentation</vt:lpstr>
      <vt:lpstr>    ALGORITHM</vt:lpstr>
      <vt:lpstr>Sorting Logic: Timsort</vt:lpstr>
      <vt:lpstr>Complexity Analysis</vt:lpstr>
      <vt:lpstr>Real-World Applications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Swati Kotary</dc:creator>
  <cp:lastModifiedBy>Swati Kotary</cp:lastModifiedBy>
  <cp:revision>1</cp:revision>
  <dcterms:created xsi:type="dcterms:W3CDTF">2026-04-12T07:01:15Z</dcterms:created>
  <dcterms:modified xsi:type="dcterms:W3CDTF">2026-04-12T07:33:36Z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